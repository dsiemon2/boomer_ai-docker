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for Boomers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Reliability System for Independence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Missed reminders</a:t>
            </a:r>
          </a:p>
          <a:p>
            <a:r>
              <a:t>Caregiver anxiety</a:t>
            </a:r>
          </a:p>
          <a:p>
            <a:r>
              <a:t>Loss of independence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Voice-first AI built for trust, safety, and family reassurance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voice interaction</a:t>
            </a:r>
          </a:p>
          <a:p>
            <a:r>
              <a:t>Multi-channel reminders</a:t>
            </a:r>
          </a:p>
          <a:p>
            <a:r>
              <a:t>Caregiver escalation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It’s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Boomers</a:t>
            </a:r>
          </a:p>
          <a:p>
            <a:r>
              <a:t>Caregivers</a:t>
            </a:r>
          </a:p>
          <a:p>
            <a:r>
              <a:t>Family members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Subscription SaaS</a:t>
            </a:r>
          </a:p>
          <a:p>
            <a:r>
              <a:t>Monthly &amp; Annual plans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Privacy-first</a:t>
            </a:r>
          </a:p>
          <a:p>
            <a:r>
              <a:t>Reliability-first</a:t>
            </a:r>
          </a:p>
          <a:p>
            <a:r>
              <a:t>Family trust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Helping people live independently, longer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