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independence at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Caregiver burnout</a:t>
            </a:r>
          </a:p>
          <a:p>
            <a:r>
              <a:t>Limited visibility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reminders + reassurance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to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engagement</a:t>
            </a:r>
          </a:p>
          <a:p>
            <a:r>
              <a:t>Trust</a:t>
            </a:r>
          </a:p>
          <a:p>
            <a:r>
              <a:t>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pilot</a:t>
            </a:r>
          </a:p>
          <a:p>
            <a:r>
              <a:t>Low friction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